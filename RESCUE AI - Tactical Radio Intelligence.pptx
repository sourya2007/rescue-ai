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E0D"/>
    <a:srgbClr val="5EE5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1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3982DA-EFE3-737B-A0E9-88C8263CE5BC}"/>
              </a:ext>
            </a:extLst>
          </p:cNvPr>
          <p:cNvSpPr txBox="1"/>
          <p:nvPr/>
        </p:nvSpPr>
        <p:spPr>
          <a:xfrm>
            <a:off x="908050" y="5502275"/>
            <a:ext cx="2743200" cy="1107996"/>
          </a:xfrm>
          <a:prstGeom prst="rect">
            <a:avLst/>
          </a:prstGeom>
          <a:solidFill>
            <a:srgbClr val="0C0E0D"/>
          </a:solidFill>
        </p:spPr>
        <p:txBody>
          <a:bodyPr wrap="square" rtlCol="0">
            <a:spAutoFit/>
          </a:bodyPr>
          <a:lstStyle/>
          <a:p>
            <a:r>
              <a:rPr lang="en-US" sz="6600">
                <a:solidFill>
                  <a:srgbClr val="5EE5A4"/>
                </a:solidFill>
              </a:rPr>
              <a:t>~7-8 </a:t>
            </a:r>
            <a:r>
              <a:rPr lang="en-US" sz="6600" dirty="0">
                <a:solidFill>
                  <a:srgbClr val="5EE5A4"/>
                </a:solidFill>
              </a:rPr>
              <a:t>S</a:t>
            </a:r>
            <a:endParaRPr lang="en-IN" sz="6600" dirty="0">
              <a:solidFill>
                <a:srgbClr val="5EE5A4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89123A-F875-8FAA-10D9-F6EAC4E53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450" y="7635875"/>
            <a:ext cx="5943600" cy="8449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34FC8B-0EB8-8E22-B731-F79AB244F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850" y="6270268"/>
            <a:ext cx="2667000" cy="98460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B530EB-5703-F37A-3523-765E92EDB673}"/>
              </a:ext>
            </a:extLst>
          </p:cNvPr>
          <p:cNvSpPr txBox="1"/>
          <p:nvPr/>
        </p:nvSpPr>
        <p:spPr>
          <a:xfrm>
            <a:off x="2203450" y="5121275"/>
            <a:ext cx="1828800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Cloud ASR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chemeClr val="bg1">
                  <a:lumMod val="6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Local ASR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chemeClr val="bg1">
                  <a:lumMod val="6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RESCUE AI (DSP + Edge)</a:t>
            </a:r>
            <a:endParaRPr lang="en-IN" sz="1400" dirty="0">
              <a:solidFill>
                <a:schemeClr val="bg1">
                  <a:lumMod val="6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14</Words>
  <Application>Microsoft Office PowerPoint</Application>
  <PresentationFormat>Custom</PresentationFormat>
  <Paragraphs>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Sourya Paul</cp:lastModifiedBy>
  <cp:revision>8</cp:revision>
  <dcterms:created xsi:type="dcterms:W3CDTF">2026-06-18T16:00:57Z</dcterms:created>
  <dcterms:modified xsi:type="dcterms:W3CDTF">2026-06-18T17:47:34Z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2026-06-18T00:00:00Z</vt:filetime>
  </property>
  <property fmtid="{D5CDD505-2E9C-101B-9397-08002B2CF9AE}" pid="3" name="LastSaved">
    <vt:filetime>2026-06-18T00:00:00Z</vt:filetime>
  </property>
  <property fmtid="{D5CDD505-2E9C-101B-9397-08002B2CF9AE}" pid="4" name="Producer">
    <vt:lpwstr>3-Heights(TM) PDF Security Shell 4.8.25.2 (http://www.pdf-tools.com)</vt:lpwstr>
  </property>
</Properties>
</file>